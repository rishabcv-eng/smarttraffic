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97958c77-10bd-d94f-fccd-4c024ef6b90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Adaptive signal control built for lane-less Indian traffic   ·   Design of Smart Cities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5926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Signal theory assumes lane discipline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4A7B8"/>
                </a:solidFill>
              </a:rPr>
              <a:t>What the textbooks assume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Vehicles queue single file. One crosses per lane per headway. A fixed factor converts a bus or a scooter into "car equivalents".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347"/>
                </a:solidFill>
              </a:rPr>
              <a:t>What an Indian junction does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7B8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5A5A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green wasted at Indian traffic mixes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97180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 green after the queue has already cleared. Those seconds are taken from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exactly,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Correcting the measure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scooter road as cheap, so it scored badly on the very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starved that road: 184 ticks of waiting — minutes — falling on the riders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So we changed what we optimise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Road efficiency is a constraint, not the goal. The controller now scores each road by people moved per second of green, with a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CE87C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122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Discharge parameters are estimates, not measurements from a real junction. It moves more people but fewer vehicles, which is a policy choice. And where every road carries the same traffic it is measurably behind the conventional controller.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347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2026-10-06T18:20:52Z</dcterms:created>
  <dcterms:modified xsi:type="dcterms:W3CDTF">2026-10-06T18:20:52Z</dcterms:modified>
</cp:coreProperties>
</file>